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🐭 Lee Lab Mouse Colony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C7D6F5"/>
                </a:solidFill>
                <a:latin typeface="Calibri"/>
              </a:rPr>
              <a:t>How it works, end to end — and why different users see different things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Lee Lab Colony DB — one connected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281160" y="201168"/>
            <a:ext cx="731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D6F5"/>
                </a:solidFill>
                <a:latin typeface="Calibri"/>
              </a:rPr>
              <a:t>Roles:</a:t>
            </a:r>
          </a:p>
        </p:txBody>
      </p:sp>
      <p:sp>
        <p:nvSpPr>
          <p:cNvPr id="4" name="Rectangle 3"/>
          <p:cNvSpPr/>
          <p:nvPr/>
        </p:nvSpPr>
        <p:spPr>
          <a:xfrm>
            <a:off x="9829800" y="246888"/>
            <a:ext cx="146304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03536" y="1828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PI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16184" y="246888"/>
            <a:ext cx="146304" cy="1463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19" y="1828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Manager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02568" y="246888"/>
            <a:ext cx="146304" cy="146304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576304" y="1828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Member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USERS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1170432"/>
            <a:ext cx="1417320" cy="402336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1627632"/>
            <a:ext cx="1417320" cy="402336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Manager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2084831"/>
            <a:ext cx="1417320" cy="402336"/>
          </a:xfrm>
          <a:prstGeom prst="round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Member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31720" y="1325880"/>
            <a:ext cx="1874519" cy="868680"/>
          </a:xfrm>
          <a:prstGeom prst="round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Log in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name + shared password · email once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1280160"/>
            <a:ext cx="2286000" cy="96012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Colony web app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index.html · GitHub Pages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60" y="1143000"/>
            <a:ext cx="2697480" cy="96012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Supabase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Postgres + RLS + auto REST API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81160" y="2212848"/>
            <a:ext cx="2697480" cy="457200"/>
          </a:xfrm>
          <a:prstGeom prst="roundRect">
            <a:avLst/>
          </a:prstGeom>
          <a:solidFill>
            <a:srgbClr val="0F5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mice · app_users · requests · audit_log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2798064"/>
            <a:ext cx="2697480" cy="45720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Daily backups (GitHub Actions)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737360" y="1371600"/>
            <a:ext cx="594360" cy="388619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737360" y="1760219"/>
            <a:ext cx="594360" cy="68581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737360" y="1760219"/>
            <a:ext cx="594360" cy="525781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206240" y="1760219"/>
            <a:ext cx="411480" cy="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903720" y="1623060"/>
            <a:ext cx="2377440" cy="137159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766560" y="137160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  <a:latin typeface="Calibri"/>
              </a:rPr>
              <a:t>reads / writes  (public key + RLS)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629900" y="2103120"/>
            <a:ext cx="0" cy="109728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629900" y="2670048"/>
            <a:ext cx="0" cy="128016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0" y="24688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64748B"/>
                </a:solidFill>
                <a:latin typeface="Calibri"/>
              </a:rPr>
              <a:t>In the app, anyone can: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31720" y="2880360"/>
            <a:ext cx="2148840" cy="82296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Add cohort (by cage)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or Import CSV / Excel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17720" y="2880360"/>
            <a:ext cx="2194560" cy="822960"/>
          </a:xfrm>
          <a:prstGeom prst="round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Browse the colony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search · filter · Grouped 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0" y="2880360"/>
            <a:ext cx="2194560" cy="82296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My colony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only YOUR cohorts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406139" y="2240280"/>
            <a:ext cx="2354581" cy="64008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5715000" y="2240280"/>
            <a:ext cx="45720" cy="64008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760720" y="2240280"/>
            <a:ext cx="2285999" cy="64008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766560" y="3712463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B45309"/>
                </a:solidFill>
                <a:latin typeface="Calibri"/>
              </a:rPr>
              <a:t>↑ owner-scoped: you see the mice you own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" y="416052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64748B"/>
                </a:solidFill>
                <a:latin typeface="Calibri"/>
              </a:rPr>
              <a:t>Requests &amp; email notifications: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0040" y="4480560"/>
            <a:ext cx="214884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File a request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specific mouse # or by criteria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0" y="4480560"/>
            <a:ext cx="2514600" cy="91440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Match a live mouse → Owner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none available → Breeding queue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32120" y="4480560"/>
            <a:ext cx="2331720" cy="91440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Approve / transfer / route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Manager or PI only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38160" y="4315968"/>
            <a:ext cx="384048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Notify: Owner · Managers · PI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38160" y="5029200"/>
            <a:ext cx="3840480" cy="822960"/>
          </a:xfrm>
          <a:prstGeom prst="round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Edge Function → Resend → emails</a:t>
            </a:r>
          </a:p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fallback: pre-filled draft email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28700" y="2487168"/>
            <a:ext cx="342900" cy="1993392"/>
          </a:xfrm>
          <a:prstGeom prst="line">
            <a:avLst/>
          </a:prstGeom>
          <a:ln w="22225">
            <a:solidFill>
              <a:srgbClr val="94A3B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68880" y="4937760"/>
            <a:ext cx="274320" cy="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57800" y="4937760"/>
            <a:ext cx="274320" cy="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863840" y="4599431"/>
            <a:ext cx="274320" cy="338329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058400" y="4882896"/>
            <a:ext cx="0" cy="146304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394960" y="544068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B45309"/>
                </a:solidFill>
                <a:latin typeface="Calibri"/>
              </a:rPr>
              <a:t>role decides who approves &amp; who gets emailed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0040" y="6172200"/>
            <a:ext cx="11567160" cy="502920"/>
          </a:xfrm>
          <a:prstGeom prst="roundRect">
            <a:avLst/>
          </a:prstGeom>
          <a:solidFill>
            <a:srgbClr val="EFF3F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3A8A"/>
                </a:solidFill>
                <a:latin typeface="Calibri"/>
              </a:rPr>
              <a:t>Same data, different views: everyone browses &amp; adds · 'My colony' is scoped to you · only Managers/PI approve &amp; route to breeding · every change is logged in audit_log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