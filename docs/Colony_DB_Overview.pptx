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🐭 Lee Lab Mouse Colony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C7D6F5"/>
                </a:solidFill>
                <a:latin typeface="Calibri"/>
              </a:rPr>
              <a:t>How it works — architecture, multi-user access &amp; email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9FB4E0"/>
                </a:solidFill>
                <a:latin typeface="Calibri"/>
              </a:rPr>
              <a:t>Single-page web app  +  Supabase (Postgres)  •  hosted free on GitHub Pages  •  daily backups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The pipeline — how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0058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No server to maintain: a static web page talks straight to a hosted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514600" cy="11887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Lab member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(browser: laptop / phone)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63240" y="2148840"/>
            <a:ext cx="45720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1880" y="1737360"/>
            <a:ext cx="2514600" cy="1188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GitHub Pages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serves index.html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(one HTML file, free)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217920" y="2148840"/>
            <a:ext cx="45720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1737360"/>
            <a:ext cx="2743200" cy="11887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Supabase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Postgres DB + auto REST API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 Row-Level Security</a:t>
            </a:r>
          </a:p>
        </p:txBody>
      </p:sp>
      <p:sp>
        <p:nvSpPr>
          <p:cNvPr id="9" name="Down Arrow 8"/>
          <p:cNvSpPr/>
          <p:nvPr/>
        </p:nvSpPr>
        <p:spPr>
          <a:xfrm>
            <a:off x="7955279" y="2971800"/>
            <a:ext cx="365760" cy="36576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3429000"/>
            <a:ext cx="2743200" cy="822960"/>
          </a:xfrm>
          <a:prstGeom prst="roundRect">
            <a:avLst/>
          </a:prstGeom>
          <a:solidFill>
            <a:srgbClr val="0F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mice • app_users • requests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audit_log • app_config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1200" y="2148840"/>
            <a:ext cx="41148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0" y="1737360"/>
            <a:ext cx="1828800" cy="11887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GitHub Actions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daily backup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snapshots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D26"/>
                </a:solidFill>
                <a:latin typeface="Calibri"/>
              </a:rPr>
              <a:t>• Browser loads one self-contained index.html — no build, no backend to run.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6"/>
                </a:solidFill>
                <a:latin typeface="Calibri"/>
              </a:rPr>
              <a:t>• It calls Supabase directly with a public (publishable) key; Row-Level Security controls access.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6"/>
                </a:solidFill>
                <a:latin typeface="Calibri"/>
              </a:rPr>
              <a:t>• Postgres stores everything; a mouse_v view derives age &amp; staleness from date-of-birth.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6"/>
                </a:solidFill>
                <a:latin typeface="Calibri"/>
              </a:rPr>
              <a:t>• A daily GitHub Action dumps every table to a private repo (restorable snapshots) and keeps the free DB awake.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What flows through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0058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From data entry to finding a mouse.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74320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Add cohort by cage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(sex • age/DOB • strain • cage #)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63240"/>
            <a:ext cx="274320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IMPORT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CSV / Excel → map → preview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2606040"/>
            <a:ext cx="45720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86200" y="2011680"/>
            <a:ext cx="2286000" cy="146304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mice table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(+ mouse_v view: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age, staleness)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63640" y="2606040"/>
            <a:ext cx="45720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600200"/>
            <a:ext cx="484632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BROWSE &amp; MANAGE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• Search / filter / sort • Individual &amp; Grouped views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• My colony (your cohorts) • batch edit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• Modify a cohort: add / remove / renumber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• Requests &amp;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47120" cy="64008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Every create / edit / delete is attributed to a user and written to the audit_log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• Genotype = WT / Tau / … (controlled) · Strain = C57BL/6 / hMAP · Location = Facility→Room→Rack→Row/Col→Cage.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Multiple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0058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Simple shared login now; upgradeable to real accounts later.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10896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Pick your name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 shared lab password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057400"/>
            <a:ext cx="45720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0" y="1737360"/>
            <a:ext cx="3108960" cy="1051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First login only: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enter your email once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2057400"/>
            <a:ext cx="45720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749039" cy="105156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 the app — every edit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tagged with your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D26"/>
                </a:solidFill>
                <a:latin typeface="Calibri"/>
              </a:rPr>
              <a:t>• Roles: PI · Manager · Member (drive request routing &amp; who can approve).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6"/>
                </a:solidFill>
                <a:latin typeface="Calibri"/>
              </a:rPr>
              <a:t>• Identity is remembered in your browser; your name is stamped on every change (audit trail).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6"/>
                </a:solidFill>
                <a:latin typeface="Calibri"/>
              </a:rPr>
              <a:t>• Your saved email is used for notifications (set once, never asked again).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1D26"/>
                </a:solidFill>
                <a:latin typeface="Calibri"/>
              </a:rPr>
              <a:t>• Security model: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A1D26"/>
                </a:solidFill>
                <a:latin typeface="Calibri"/>
              </a:rPr>
              <a:t>– Internal shared password + one public key — a soft gate for a trusted lab, not per-person security.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A1D26"/>
                </a:solidFill>
                <a:latin typeface="Calibri"/>
              </a:rPr>
              <a:t>– Anyone with the link + password can view/edit; all actions are logged.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A1D26"/>
                </a:solidFill>
                <a:latin typeface="Calibri"/>
              </a:rPr>
              <a:t>– Upgrade path: swap in real per-user accounts (magic-link / Google SSO) with no schema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Requests &amp; email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0058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Ask for mice; the right people get emailed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246888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Member files a request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(specific mouse # or by criteria)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920240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468880" cy="105156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 finds a matching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live mouse → its Owner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89320" y="1920240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2468880" cy="10515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None available →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Breeding queue (Manager)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4572000" y="2697480"/>
            <a:ext cx="365760" cy="4114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3200400"/>
            <a:ext cx="475488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Choose who to notify:  Owner · Managers · PI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3520440"/>
            <a:ext cx="45720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3017520"/>
            <a:ext cx="4023360" cy="13258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notify-request  (Supabase Edge Function)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resolves emails server-side → Resend → sends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480560"/>
            <a:ext cx="4023360" cy="685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If not deployed → opens a pre-filled draft email (fallback)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7040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D26"/>
                </a:solidFill>
                <a:latin typeface="Calibri"/>
              </a:rPr>
              <a:t>• Recipients &amp; message are built server-side from the stored request —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A1D26"/>
                </a:solidFill>
                <a:latin typeface="Calibri"/>
              </a:rPr>
              <a:t>– the app never sends a raw address list (can't be an open relay).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D26"/>
                </a:solidFill>
                <a:latin typeface="Calibri"/>
              </a:rPr>
              <a:t>• Guards: request-must-be-recent (replay), optional API-key check.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D26"/>
                </a:solidFill>
                <a:latin typeface="Calibri"/>
              </a:rPr>
              <a:t>• Works with zero setup via the draft popup; turn on auto-send with a Resend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In one line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Hosting:  one HTML file on GitHub Pages — free, nothing to run.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Data:  Supabase Postgres, reached directly via its auto REST API + Row-Level Security.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Entry:  add cohorts by cage, or import CSV/Excel with a mapping + preview step.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Find:  search / filter / sort, Individual or Grouped views, and a personal 'My colony'.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Edit:  per-mouse, in bulk, or whole-cohort (add / remove / renumber) — all audit-logged.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Users:  name + shared password, per-user email captured once, every action attributed.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Notify:  requests email Owner / Managers / PI via an Edge Function + Resend (draft fallback).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D26"/>
                </a:solidFill>
                <a:latin typeface="Calibri"/>
              </a:rPr>
              <a:t>• Safety:  daily off-site backups; keep-alive so the free database never sleeps.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